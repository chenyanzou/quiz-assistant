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2E86D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57200"/>
            <a:ext cx="4572000" cy="4572000"/>
          </a:xfrm>
          <a:prstGeom prst="ellipse">
            <a:avLst/>
          </a:prstGeom>
          <a:solidFill>
            <a:srgbClr val="48DBFB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智能题库刷题助手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8D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C++17 的全栈刷题系统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2286000" cy="36576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661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数据结构与算法 · 结课项目答辩
</a:t>
            </a:r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指导教师：
</a:t>
            </a:r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计算机与信息技术学院 · 大一 · 2026年6月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陈彦邹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" cy="4572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智能题库刷题助手  |  陈彦邹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137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E2E3E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89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课程：C++数据结构与算法编程（大一·结课项目）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痛点：题库管理混乱、刷题效率低下、错题难追踪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目标：开发智能刷题系统，用C++实现全栈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特点：纯C++17后端 + 单文件HTML前端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规模：~2100行C++ + ~2150行HTML + 80道例题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E2E3E"/>
          </a:solidFill>
          <a:ln w="25400">
            <a:solidFill>
              <a:srgbClr val="48DB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389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D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7373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后端：C++17 + cpp-httplib（~860行，18个REST API）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数据库：SQLite3（amalgamation，RAII封装）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AI服务：libcurl + nlohmann/json（7厂商兼容）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前端：Bootstrap 5 + Chart.js（单文件SPA）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部署：GitHub Pages（公网永久免费）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A2A3A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端点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37490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A2A3A"/>
          </a:solidFill>
          <a:ln w="19050">
            <a:solidFill>
              <a:srgbClr val="48DB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8D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83464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37490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A2A3A"/>
          </a:solidFill>
          <a:ln w="19050">
            <a:solidFill>
              <a:srgbClr val="00D2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12064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示例题目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37490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A2A3A"/>
          </a:solidFill>
          <a:ln w="19050">
            <a:solidFill>
              <a:srgbClr val="FEC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EC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40664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功能页面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374904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A2A3A"/>
          </a:solidFill>
          <a:ln w="19050">
            <a:solidFill>
              <a:srgbClr val="A29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69264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提交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D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公网访问：https://chenyanzou.github.io/quiz-assistant/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" cy="4572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智能题库刷题助手  |  陈彦邹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137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371600"/>
            <a:ext cx="7589520" cy="1371600"/>
          </a:xfrm>
          <a:prstGeom prst="roundRect">
            <a:avLst/>
          </a:prstGeom>
          <a:solidFill>
            <a:srgbClr val="1A2A3A"/>
          </a:solidFill>
          <a:ln w="25400">
            <a:solidFill>
              <a:srgbClr val="48DB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4173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D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  (单文件 SPA)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  |  Chart.js  |  原生 JavaScript  |  localStorage  |  7 个功能页面  |  AI 直调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834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EC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HTTP REST API  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3291840"/>
            <a:ext cx="7589520" cy="2286000"/>
          </a:xfrm>
          <a:prstGeom prst="roundRect">
            <a:avLst/>
          </a:prstGeom>
          <a:solidFill>
            <a:srgbClr val="1A2A3A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3375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quiz_server.exe  (C++17 后端)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39319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E3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977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路由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4434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cpp-httplib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18个 REST 端点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39319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E3E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977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SQLite3 RAII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4张表 · CRUD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E3E"/>
          </a:solidFill>
          <a:ln w="12700">
            <a:solidFill>
              <a:srgbClr val="FEC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977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C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服务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4434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libcurl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7厂商兼容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39319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E3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3977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刷题引擎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38160" y="4434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Fisher-Yates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随机算法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" cy="4572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核心算法 (一)：路由分发与随机化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智能题库刷题助手  |  陈彦邹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137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E2E3E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89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路由分发 — 正则匹配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 std::regex_match 匹配请求路径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C++11 原始字符串 R"(...)" 捕获路径参数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按 HTTP 方法分表（GET/POST/PUT/DELETE）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减小匹配范围，提高分发效率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时间复杂度：O(n·m)，n=路由数，m=匹配时间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E2E3E"/>
          </a:solidFill>
          <a:ln w="25400">
            <a:solidFill>
              <a:srgbClr val="FEC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389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C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Fisher-Yates 洗牌算法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7373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std::mt19937 梅森旋转（周期 2^19937-1）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std::random_device 真随机种子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std::shuffle 原地打乱（O(n) 时间）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不用 C 的 rand() —— 周期短、分布不均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应用场景：随机刷题、模拟考试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E2E3E"/>
          </a:solidFill>
          <a:ln w="25400">
            <a:solidFill>
              <a:srgbClr val="00D2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041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答案比对算法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3891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trim() 用 string_view::find_first_not_of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std::equal 四迭代器版本 + lambda 比较器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unsigned char 转换避免多字节字符 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大小写不敏感 + 首尾空白忽略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不同长度自动返回 false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E2E3E"/>
          </a:solidFill>
          <a:ln w="25400">
            <a:solidFill>
              <a:srgbClr val="A29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041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动态查询构建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3891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WHERE 1=1 锚点简化条件拼接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所有参数通过 sqlite3_bind_* 绑定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从根本上防止 SQL 注入攻击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std::optional&lt;&gt; 表示可选筛选条件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LIMIT/OFFSET 支持分页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" cy="4572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核心算法 (二)：RAII 资源管理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智能题库刷题助手  |  陈彦邹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137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6858000" cy="438912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71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RAII 设计模式（项目中 5 处应用）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StmtGuard (SQLite 语句)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StmtGuard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sqlite3_stmt* s = nullptr;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StmtGuard(sqlite3* db, string_view sql)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sqlite3_prepare_v2(db, sql.data(), -1, &amp;s, nullptr);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~StmtGuard() { if(s) sqlite3_finalize(s);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delete copy — RAII prevents double-free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StmtGuard(const StmtGuard&amp;) = delete;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CurlHandle (libcurl 句柄)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CurlHandle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CURL* h = curl_easy_init();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~CurlHandle() { if(h) curl_easy_cleanup(h);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delete copy — unique ownership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operator bool() const { return h != nullptr;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C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(数据库连接)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Database::Database(const string&amp; path)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sqlite3_open(path.c_str(), &amp;db_);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exec("PRAGMA journal_mode=WAL");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initTables();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CC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~Database() { if(db_) sqlite3_close(db_); }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680960" y="128016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1E2E3E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3898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RAII？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18120" y="17373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 Acquisition Is Initialization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资源获取即初始化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构造时获取资源，析构时自动释放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异常安全：即使抛异常也不泄漏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C++ 最核心的编程范式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365760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1E2E3E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3767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 C 语言手动管理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18120" y="4114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C语言：malloc/free、curl_easy_cleanup…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容易忘记释放 → 内存泄漏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异常路径漏掉 → 更难排查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RAII：构造函数/析构函数自动配对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保证释放，异常安全，零泄漏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" cy="4572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数据结构与算法应用对照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智能题库刷题助手  |  陈彦邹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137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34440"/>
            <a:ext cx="2286000" cy="411480"/>
          </a:xfrm>
          <a:prstGeom prst="roundRect">
            <a:avLst/>
          </a:prstGeom>
          <a:solidFill>
            <a:srgbClr val="2E86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数据结构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234440"/>
            <a:ext cx="2743200" cy="411480"/>
          </a:xfrm>
          <a:prstGeom prst="roundRect">
            <a:avLst/>
          </a:prstGeom>
          <a:solidFill>
            <a:srgbClr val="2E86DE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234440"/>
            <a:ext cx="2743200" cy="411480"/>
          </a:xfrm>
          <a:prstGeom prst="roundRect">
            <a:avLst/>
          </a:prstGeom>
          <a:solidFill>
            <a:srgbClr val="2E86DE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课程章节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234440"/>
            <a:ext cx="3200400" cy="411480"/>
          </a:xfrm>
          <a:prstGeom prst="roundRect">
            <a:avLst/>
          </a:prstGeom>
          <a:solidFill>
            <a:srgbClr val="2E86DE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 / 特性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1691640"/>
            <a:ext cx="22860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69164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std::vector&lt;T&gt;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1691640"/>
            <a:ext cx="27432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2880360" y="16916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题目/科目列表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691640"/>
            <a:ext cx="27432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6916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第3章·线性表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21040" y="1691640"/>
            <a:ext cx="32004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16916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O(1)索引 O(1)摊销追加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148840"/>
            <a:ext cx="22860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14884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std::string_view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2148840"/>
            <a:ext cx="27432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26" name="Text 24"/>
          <p:cNvSpPr/>
          <p:nvPr/>
        </p:nvSpPr>
        <p:spPr>
          <a:xfrm>
            <a:off x="2880360" y="21488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trim/比对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2148840"/>
            <a:ext cx="27432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28" name="Text 26"/>
          <p:cNvSpPr/>
          <p:nvPr/>
        </p:nvSpPr>
        <p:spPr>
          <a:xfrm>
            <a:off x="5623560" y="21488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第5章·串匹配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0" y="2148840"/>
            <a:ext cx="32004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21488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零拷贝 O(1)构造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2606040"/>
            <a:ext cx="22860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260604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std::set&lt;int&gt;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2606040"/>
            <a:ext cx="27432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2880360" y="26060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错题去重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2606040"/>
            <a:ext cx="27432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36" name="Text 34"/>
          <p:cNvSpPr/>
          <p:nvPr/>
        </p:nvSpPr>
        <p:spPr>
          <a:xfrm>
            <a:off x="5623560" y="26060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第8章·树与二叉树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21040" y="2606040"/>
            <a:ext cx="32004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38" name="Text 36"/>
          <p:cNvSpPr/>
          <p:nvPr/>
        </p:nvSpPr>
        <p:spPr>
          <a:xfrm>
            <a:off x="8366760" y="26060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红黑树 O(log n)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3063240"/>
            <a:ext cx="22860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06324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std::optional&lt;T&gt;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4640" y="3063240"/>
            <a:ext cx="27432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42" name="Text 40"/>
          <p:cNvSpPr/>
          <p:nvPr/>
        </p:nvSpPr>
        <p:spPr>
          <a:xfrm>
            <a:off x="2880360" y="30632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缺失值处理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3063240"/>
            <a:ext cx="27432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44" name="Text 42"/>
          <p:cNvSpPr/>
          <p:nvPr/>
        </p:nvSpPr>
        <p:spPr>
          <a:xfrm>
            <a:off x="5623560" y="30632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模板·语义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21040" y="3063240"/>
            <a:ext cx="32004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46" name="Text 44"/>
          <p:cNvSpPr/>
          <p:nvPr/>
        </p:nvSpPr>
        <p:spPr>
          <a:xfrm>
            <a:off x="8366760" y="30632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代替 NULL 指针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3520440"/>
            <a:ext cx="22860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352044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std::unique_ptr&lt;T&gt;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34640" y="3520440"/>
            <a:ext cx="27432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50" name="Text 48"/>
          <p:cNvSpPr/>
          <p:nvPr/>
        </p:nvSpPr>
        <p:spPr>
          <a:xfrm>
            <a:off x="2880360" y="35204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资源句柄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77840" y="3520440"/>
            <a:ext cx="27432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52" name="Text 50"/>
          <p:cNvSpPr/>
          <p:nvPr/>
        </p:nvSpPr>
        <p:spPr>
          <a:xfrm>
            <a:off x="5623560" y="35204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RAII·异常安全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321040" y="3520440"/>
            <a:ext cx="32004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54" name="Text 52"/>
          <p:cNvSpPr/>
          <p:nvPr/>
        </p:nvSpPr>
        <p:spPr>
          <a:xfrm>
            <a:off x="8366760" y="35204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自动释放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3977640"/>
            <a:ext cx="22860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" y="397764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std::mt19937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834640" y="3977640"/>
            <a:ext cx="27432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58" name="Text 56"/>
          <p:cNvSpPr/>
          <p:nvPr/>
        </p:nvSpPr>
        <p:spPr>
          <a:xfrm>
            <a:off x="2880360" y="39776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随机刷题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77840" y="3977640"/>
            <a:ext cx="27432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60" name="Text 58"/>
          <p:cNvSpPr/>
          <p:nvPr/>
        </p:nvSpPr>
        <p:spPr>
          <a:xfrm>
            <a:off x="5623560" y="39776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第10章·随机算法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321040" y="3977640"/>
            <a:ext cx="32004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62" name="Text 60"/>
          <p:cNvSpPr/>
          <p:nvPr/>
        </p:nvSpPr>
        <p:spPr>
          <a:xfrm>
            <a:off x="8366760" y="39776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梅森旋转 2^19937-1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48640" y="4434840"/>
            <a:ext cx="22860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64" name="Text 62"/>
          <p:cNvSpPr/>
          <p:nvPr/>
        </p:nvSpPr>
        <p:spPr>
          <a:xfrm>
            <a:off x="594360" y="443484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Table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834640" y="4434840"/>
            <a:ext cx="27432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66" name="Text 64"/>
          <p:cNvSpPr/>
          <p:nvPr/>
        </p:nvSpPr>
        <p:spPr>
          <a:xfrm>
            <a:off x="2880360" y="44348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JSON/SQL索引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77840" y="4434840"/>
            <a:ext cx="27432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68" name="Text 66"/>
          <p:cNvSpPr/>
          <p:nvPr/>
        </p:nvSpPr>
        <p:spPr>
          <a:xfrm>
            <a:off x="5623560" y="44348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第9章·查找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321040" y="4434840"/>
            <a:ext cx="32004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70" name="Text 68"/>
          <p:cNvSpPr/>
          <p:nvPr/>
        </p:nvSpPr>
        <p:spPr>
          <a:xfrm>
            <a:off x="8366760" y="44348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O(1)平均查找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48640" y="4892040"/>
            <a:ext cx="22860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72" name="Text 70"/>
          <p:cNvSpPr/>
          <p:nvPr/>
        </p:nvSpPr>
        <p:spPr>
          <a:xfrm>
            <a:off x="594360" y="489204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 Tree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834640" y="4892040"/>
            <a:ext cx="27432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74" name="Text 72"/>
          <p:cNvSpPr/>
          <p:nvPr/>
        </p:nvSpPr>
        <p:spPr>
          <a:xfrm>
            <a:off x="2880360" y="48920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索引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577840" y="4892040"/>
            <a:ext cx="27432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76" name="Text 74"/>
          <p:cNvSpPr/>
          <p:nvPr/>
        </p:nvSpPr>
        <p:spPr>
          <a:xfrm>
            <a:off x="5623560" y="48920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第9章·B树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321040" y="4892040"/>
            <a:ext cx="32004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78" name="Text 76"/>
          <p:cNvSpPr/>
          <p:nvPr/>
        </p:nvSpPr>
        <p:spPr>
          <a:xfrm>
            <a:off x="8366760" y="48920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O(log n)范围查询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48640" y="5349240"/>
            <a:ext cx="22860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80" name="Text 78"/>
          <p:cNvSpPr/>
          <p:nvPr/>
        </p:nvSpPr>
        <p:spPr>
          <a:xfrm>
            <a:off x="594360" y="534924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正则匹配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834640" y="5349240"/>
            <a:ext cx="27432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82" name="Text 80"/>
          <p:cNvSpPr/>
          <p:nvPr/>
        </p:nvSpPr>
        <p:spPr>
          <a:xfrm>
            <a:off x="2880360" y="53492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路由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577840" y="5349240"/>
            <a:ext cx="27432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84" name="Text 82"/>
          <p:cNvSpPr/>
          <p:nvPr/>
        </p:nvSpPr>
        <p:spPr>
          <a:xfrm>
            <a:off x="5623560" y="53492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第5章·模式匹配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321040" y="5349240"/>
            <a:ext cx="3200400" cy="429768"/>
          </a:xfrm>
          <a:prstGeom prst="roundRect">
            <a:avLst/>
          </a:prstGeom>
          <a:solidFill>
            <a:srgbClr val="1A2A3A"/>
          </a:solidFill>
          <a:ln/>
        </p:spPr>
      </p:sp>
      <p:sp>
        <p:nvSpPr>
          <p:cNvPr id="86" name="Text 84"/>
          <p:cNvSpPr/>
          <p:nvPr/>
        </p:nvSpPr>
        <p:spPr>
          <a:xfrm>
            <a:off x="8366760" y="53492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FSA 状态机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48640" y="5806440"/>
            <a:ext cx="22860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88" name="Text 86"/>
          <p:cNvSpPr/>
          <p:nvPr/>
        </p:nvSpPr>
        <p:spPr>
          <a:xfrm>
            <a:off x="594360" y="580644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DB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Fisher-Yates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834640" y="5806440"/>
            <a:ext cx="27432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90" name="Text 88"/>
          <p:cNvSpPr/>
          <p:nvPr/>
        </p:nvSpPr>
        <p:spPr>
          <a:xfrm>
            <a:off x="2880360" y="58064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题目随机化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577840" y="5806440"/>
            <a:ext cx="27432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92" name="Text 90"/>
          <p:cNvSpPr/>
          <p:nvPr/>
        </p:nvSpPr>
        <p:spPr>
          <a:xfrm>
            <a:off x="5623560" y="5806440"/>
            <a:ext cx="2651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第10章·排序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321040" y="5806440"/>
            <a:ext cx="3200400" cy="429768"/>
          </a:xfrm>
          <a:prstGeom prst="roundRect">
            <a:avLst/>
          </a:prstGeom>
          <a:solidFill>
            <a:srgbClr val="1E2E3E"/>
          </a:solidFill>
          <a:ln/>
        </p:spPr>
      </p:sp>
      <p:sp>
        <p:nvSpPr>
          <p:cNvPr id="94" name="Text 92"/>
          <p:cNvSpPr/>
          <p:nvPr/>
        </p:nvSpPr>
        <p:spPr>
          <a:xfrm>
            <a:off x="8366760" y="5806440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原地打乱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" cy="4572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生成代码：优点与局限性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智能题库刷题助手  |  陈彦邹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137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5303520" cy="4114800"/>
          </a:xfrm>
          <a:prstGeom prst="roundRect">
            <a:avLst/>
          </a:prstGeom>
          <a:solidFill>
            <a:srgbClr val="1A2A3A"/>
          </a:solidFill>
          <a:ln w="25400">
            <a:solidFill>
              <a:srgbClr val="00D2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优  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大幅提升开发速度 —— 几分钟生成 ~2000 行代码骨架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减少重复性劳动 —— 18个API路由模板代码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提供多种设计方案 —— 3种架构方案对比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擅长大规模代码生成 —— 2144行HTML前端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语法转换零错误 —— C→C++风格重构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文档自动生成 —— README、项目规划、本报告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280160"/>
            <a:ext cx="5303520" cy="4114800"/>
          </a:xfrm>
          <a:prstGeom prst="roundRect">
            <a:avLst/>
          </a:prstGeom>
          <a:solidFill>
            <a:srgbClr val="1A2A3A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局 限 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代码审查发现多处 Bug（UB、竞态条件）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514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缺乏平台知识 —— MinGW API 差异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017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需要人工验证 —— 编译+运行时测试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架构理解受限 —— "只见树木不见森林"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安全问题可能遗漏 —— 需要审查SQL注入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526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边界条件处理不完善 —— 需要补充测试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1064240" cy="548640"/>
          </a:xfrm>
          <a:prstGeom prst="roundRect">
            <a:avLst/>
          </a:prstGeom>
          <a:solidFill>
            <a:srgbClr val="FECA57">
              <a:alpha val="15000"/>
            </a:srgbClr>
          </a:solidFill>
          <a:ln w="12700">
            <a:solidFill>
              <a:srgbClr val="FEC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C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结论：AI 是高效辅助工具，但不是替代品 —— 审查、调试、决策仍需人工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" cy="4572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人工算法的必要性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智能题库刷题助手  |  陈彦邹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137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5303520" cy="155448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算法正确性验证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AI生成的答案比对算法存在UB（迭代器跨容器），经人工审查发现并与课程所学std::equal四迭代器版本对比修正。只有理解算法原理，才能判断AI代码是否正确。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03520" cy="155448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数据结构选型决策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17373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为什么用std::set而非std::unordered_set去重？答：小数据量下红黑树内存更紧凑，且顺序遍历友好。AI不会主动分析这些权衡。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5303520" cy="155448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FEC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C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平台适配与优化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MinGW缺少CreateFile2 API、libcurl无开发包 → 需要人工分析问题根因、下载/生成导入库、修改系统API调用。这是AI无法替代的工程能力。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017520"/>
            <a:ext cx="5303520" cy="155448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安全防护设计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474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SQL注入防护（参数化查询）、API密钥保护（localStorage不复传）是人工设计的安全策略。AI可能生成拼接SQL的代码，导致安全漏洞。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5303520" cy="155448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00D2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RAII 全局架构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52120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项目中5处RAII封装（StmtGuard, CurlHandle, CurlSlistGuard, Database, ErrorMsgGuard）需要全局设计思维 —— AI按函数生成，无法把握跨文件的资源生命周期。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4754880"/>
            <a:ext cx="5303520" cy="155448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A29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课程知识映射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52120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将课本上的vector、set、红黑树、哈希表映射到实际项目中的应用场景，是理论到实践的跨越 —— 这是课程的核心教学目标。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" cy="4572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工程能力提升总结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智能题库刷题助手  |  陈彦邹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309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1371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2651760" cy="228600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工程化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从零搭建项目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CMake构建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第三方库集成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链接过程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280160"/>
            <a:ext cx="2651760" cy="228600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48DB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8D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数据结构应用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vector/set/string_view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optional/unique_ptr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红黑树/Hash/B+树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Fisher-Yates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280160"/>
            <a:ext cx="2651760" cy="228600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00D2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数据库设计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ER模型→SQL建表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索引优化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SQL注入防护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ACID事务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89720" y="1280160"/>
            <a:ext cx="2651760" cy="228600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A29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8972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RAII 设计模式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0" y="2286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资源生命周期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异常安全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Copy/Delete语义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智能指针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2651760" cy="228600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FEC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EC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调试能力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754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未定义行为排查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平台兼容性问题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网络端口冲突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交叉编译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29000" y="3749040"/>
            <a:ext cx="2651760" cy="228600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2900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66160" y="4754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AI代码Bug识别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赛道条件分析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安全漏洞检查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设计缺陷定位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3749040"/>
            <a:ext cx="2651760" cy="228600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48DB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8D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0936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全栈开发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4754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前后端分离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Git版本管理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CI/CD部署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89720" y="3749040"/>
            <a:ext cx="2651760" cy="2286000"/>
          </a:xfrm>
          <a:prstGeom prst="roundRect">
            <a:avLst/>
          </a:prstGeom>
          <a:solidFill>
            <a:srgbClr val="1A2A3A"/>
          </a:solidFill>
          <a:ln w="19050">
            <a:solidFill>
              <a:srgbClr val="00D2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972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18972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文档撰写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326880" y="4754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设计文档(Spec)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实施计划(Plan)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LaTeX项目报告</a:t>
            </a:r>
            <a:endParaRPr lang="en-US" sz="10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PPT答辩准备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2E86D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48DBFB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0" y="2011680"/>
            <a:ext cx="3017520" cy="27432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377440"/>
            <a:ext cx="8503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完成了 C++17 全栈刷题系统（~2100行C++ + ~2150行HTML）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实现了 18 个 RESTful API 接口，4 张数据库表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应用了 向量/红黑树/哈希表/B树/Fisher-Yates 等数据结构与算法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掌握了 RAII、SQL 参数化、CI/CD 等工程化技能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学会了 AI 辅助开发 —— 审查、调试、优化 AI 生成代码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部署到 GitHub Pages，公网永久可访问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BC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未来改进方向：单元测试 (GTest)、WebSocket 实时对战、更多题库格式支持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50292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8D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感谢《C++数据结构与算法》课程提供的理论与实践基础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陈彦邹  ·  2026年6月  ·  计算机与信息技术学院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https://chenyanzou.github.io/quiz-assistant/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智能题库刷题助手 - 项目答辩</dc:title>
  <dc:subject>PptxGenJS Presentation</dc:subject>
  <dc:creator>陈彦邹</dc:creator>
  <cp:lastModifiedBy>陈彦邹</cp:lastModifiedBy>
  <cp:revision>1</cp:revision>
  <dcterms:created xsi:type="dcterms:W3CDTF">2026-06-13T07:25:04Z</dcterms:created>
  <dcterms:modified xsi:type="dcterms:W3CDTF">2026-06-13T07:25:04Z</dcterms:modified>
</cp:coreProperties>
</file>